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 snapToObjects="1">
      <p:cViewPr varScale="1">
        <p:scale>
          <a:sx n="110" d="100"/>
          <a:sy n="110" d="100"/>
        </p:scale>
        <p:origin x="1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4: Randomized Algorithmic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Active Queue Management via Random Early Detection (RED)</a:t>
            </a:r>
          </a:p>
          <a:p>
            <a: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1. Project Context and Motivation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Project Domain: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Probabilistic Modelling of Packet Delay in Router Networks.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Why Uncertainty is Critical: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Network traffic is inherently stochastic. We cannot control when users request data (Arrivals) or the payload size of that data (Service).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If we do not actively manage this uncertainty, the network will experience severe congestion, leading to high latency and dropped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2. Deterministic Baseline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Milestone 3 Recap: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We implemented First-Come, First-Served (FCFS) routing. This is a purely deterministic, zero-entropy admission rule.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Key Limitations of FCFS: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Buffer Bloat: Because FCFS accepts all packets, the queue grows infinitely during traffic bursts.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Global Synchronization: If a deterministic router drops packets (e.g., buffer is 100% full), it forces all users to throttle data simultaneously, crashing network throughput.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3. System Pipeline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The End-to-End Architecture: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1. Input Generation (NumPy Exponential Distributions)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2. Queue Management Engine (The Router Logic)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3. Output Metrics &amp; Evaluation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Where the Modification Operates: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We are strictly modifying Stage 2. We replace the rigid FCFS gatekeeper with a randomized Active Queue Management (AQM) algorithm.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4. Sources of System Uncertainty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The Problem with Determinism: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A fixed, deterministic rule cannot adapt to sudden, extreme fluctuations in stochastic traffic load.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The Mathematical Solution: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To combat the uncontrollable, external randomness of internet traffic, we must introduce controlled, internal randomness into the router's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5. Controlling the Inputs (RVs A &amp; 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4_graph1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1C2833"/>
                </a:solidFill>
              </a:defRPr>
            </a:pPr>
            <a:r>
              <a:t>• To ensure a fair experiment, the input Random Variables must be 100% identical for both FCFS and RED simulations.</a:t>
            </a:r>
          </a:p>
          <a:p>
            <a:pPr>
              <a:defRPr sz="1600">
                <a:solidFill>
                  <a:srgbClr val="1C2833"/>
                </a:solidFill>
              </a:defRPr>
            </a:pPr>
            <a:r>
              <a:t>• RV A (Inter-Arrival Time) and RV S (Service Time) perfectly match across both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6. Randomized Algorithm Design (RED)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Random Early Detection (RED):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The router tracks the Exponentially Weighted Moving Average (EWMA) of the queue length.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The Randomized Rule: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If the queue is growing between our min and max thresholds, RED calculates a linearly scaling Drop Probability (p).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The algorithm uses a Uniform(0,1) random number generator. If the random float is less than p, the packet is intentionally dropped.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7. Probabilistic Reasoning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rPr dirty="0"/>
              <a:t>Why Intentionally Drop Packets?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By probabilistically dropping a small fraction of packets early, RED disperses congestion signals randomly across independent traffic streams.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This mathematically desynchronizes the traffic, preventing global crashes.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We sacrifice a highly controlled ~1.5% of packets to prevent the Expected Delay of the remaining 98.5% from scaling to infinity.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8. Implementation in the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rPr dirty="0"/>
              <a:t>Python Code Structure: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We replaced the static Lindley recursion loop with a dynamic, state-aware event loop.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We programmed the EWMA equation to update system state on every packet arrival.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  We utilized the `</a:t>
            </a:r>
            <a:r>
              <a:rPr dirty="0" err="1"/>
              <a:t>numpy.random.rand</a:t>
            </a:r>
            <a:r>
              <a:rPr dirty="0"/>
              <a:t>()` function to generate the continuous Uniform sampling required for the randomized admission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9. Evaluation Metrics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We evaluate the algorithm using three core metrics: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1. Queue Length (L) Dynamics: To verify internal router stability.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2. Total Delay (D) and Tail Probabilities P(D&gt;t): To verify end-user Quality of Service and elimination of lag.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3. Packet Drop Rate: The communication 'cost' required to achieve the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10. Results: Stabilizing Variables L and 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4_graph2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1C2833"/>
                </a:solidFill>
              </a:defRPr>
            </a:pPr>
            <a:r>
              <a:t>• FCFS (Red) suffers from severe Buffer Bloat and Delay Spikes. RED (Green) uses randomization to strictly bound the queue and flatten the delay.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86A6B1-1F22-509A-878F-6FFE6C6DC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2" y="1750083"/>
            <a:ext cx="8609135" cy="335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5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11. Results: Delay Tail Probabilities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4_graph4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1C2833"/>
                </a:solidFill>
              </a:defRPr>
            </a:pPr>
            <a:r>
              <a:t>• RED completely eliminates the extreme latency tail, guaranteeing excellent Quality of Service.</a:t>
            </a:r>
          </a:p>
          <a:p>
            <a:pPr>
              <a:defRPr sz="1600">
                <a:solidFill>
                  <a:srgbClr val="1C2833"/>
                </a:solidFill>
              </a:defRPr>
            </a:pPr>
            <a:r>
              <a:t>• Cost of optimization: We achieved this massive gain by sacrificing a negligible 1.32% Packet Drop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12F3D"/>
                </a:solidFill>
              </a:defRPr>
            </a:pPr>
            <a:r>
              <a:t>12. Key Insights and Conclusions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457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1. Randomness is a Computational Resource: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Introducing controlled algorithmic randomness stabilizes highly volatile systems.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2. Deterministic Rules Lack Adaptability: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FCFS fails in stochastic environments because it cannot proactively manage state.</a:t>
            </a:r>
          </a:p>
          <a:p>
            <a:pPr>
              <a:spcBef>
                <a:spcPts val="1400"/>
              </a:spcBef>
              <a:defRPr sz="2000" b="1">
                <a:solidFill>
                  <a:srgbClr val="2980B9"/>
                </a:solidFill>
              </a:defRPr>
            </a:pPr>
            <a:r>
              <a:t>3. The Optimization Trade-Off:</a:t>
            </a:r>
          </a:p>
          <a:p>
            <a:pPr>
              <a:spcAft>
                <a:spcPts val="800"/>
              </a:spcAft>
              <a:defRPr sz="1800">
                <a:solidFill>
                  <a:srgbClr val="1C2833"/>
                </a:solidFill>
              </a:defRPr>
            </a:pPr>
            <a:r>
              <a:t>  Exchanging a marginal fraction of throughput (Drop Rate) yields exponential improvements in latency and system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803</Words>
  <Application>Microsoft Macintosh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Milestone 4: Randomized Algorithmic Strategies</vt:lpstr>
      <vt:lpstr>1. Project Context and Motivation</vt:lpstr>
      <vt:lpstr>2. Deterministic Baseline Overview</vt:lpstr>
      <vt:lpstr>3. System Pipeline Overview</vt:lpstr>
      <vt:lpstr>4. Sources of System Uncertainty</vt:lpstr>
      <vt:lpstr>5. Controlling the Inputs (RVs A &amp; S)</vt:lpstr>
      <vt:lpstr>6. Randomized Algorithm Design (RED)</vt:lpstr>
      <vt:lpstr>7. Probabilistic Reasoning</vt:lpstr>
      <vt:lpstr>8. Implementation in the Pipeline</vt:lpstr>
      <vt:lpstr>9. Evaluation Metrics</vt:lpstr>
      <vt:lpstr>10. Results: Stabilizing Variables L and D</vt:lpstr>
      <vt:lpstr>PowerPoint Presentation</vt:lpstr>
      <vt:lpstr>11. Results: Delay Tail Probabilities</vt:lpstr>
      <vt:lpstr>12. Key Insights and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Abbas K</cp:lastModifiedBy>
  <cp:revision>2</cp:revision>
  <dcterms:created xsi:type="dcterms:W3CDTF">2013-01-27T09:14:16Z</dcterms:created>
  <dcterms:modified xsi:type="dcterms:W3CDTF">2026-03-26T10:18:21Z</dcterms:modified>
  <cp:category/>
</cp:coreProperties>
</file>